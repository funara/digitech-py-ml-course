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0" y="45720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2C3E7A"/>
                </a:solidFill>
              </a:rPr>
              <a:t>03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Data Quality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Data Cleaning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Python Machine Learning — Pertemuan 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5029200" cy="64008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931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9E0B"/>
                </a:solidFill>
              </a:rPr>
              <a:t>"Data kotor = model bohong"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Dataset: Titanic 🚢  |  Tools: Pandas, Seaborn, Missingno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5"/>
                </a:solidFill>
              </a:rPr>
              <a:t>Tujuan Pembelajaran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0" cy="54864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1005840"/>
            <a:ext cx="7498080" cy="5486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005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5"/>
                </a:solidFill>
              </a:rPr>
              <a:t>Menjelaskan jenis-jenis masalah kualitas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48640" cy="54864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188720" y="1920240"/>
            <a:ext cx="7498080" cy="5486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8016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5"/>
                </a:solidFill>
              </a:rPr>
              <a:t>Mendeteksi missing values, duplikat, dan outlier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548640" cy="54864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88720" y="2834640"/>
            <a:ext cx="7498080" cy="5486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8016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5"/>
                </a:solidFill>
              </a:rPr>
              <a:t>Menentukan strategi penanganan yang tepat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548640" cy="54864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188720" y="3749040"/>
            <a:ext cx="7498080" cy="5486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80160" y="3749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5"/>
                </a:solidFill>
              </a:rPr>
              <a:t>Memvalidasi hasil cleaning secara sederhana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Kenapa Harus Peduli dengan Kualitas Data?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84048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🗑️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Garbage 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Garbage 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2286000" cy="2743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Data rusak masuk → prediksi salah keluar. Tidak peduli secanggih apapun modelnya.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384048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188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0040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Model Tidak Bisa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Membersihkan Sendiri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2651760"/>
            <a:ext cx="2286000" cy="2743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7432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Model ML hanya memproses data yang diberikan. Ia tidak tahu mana yang benar atau salah.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005840"/>
            <a:ext cx="2651760" cy="384048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005840"/>
            <a:ext cx="2651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188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03504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Real World Data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3504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Selalu Kotor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651760"/>
            <a:ext cx="2286000" cy="2743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27432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Di industri, 60-80% waktu data scientist dihabiskan untuk data cleaning.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5"/>
                </a:solidFill>
              </a:rPr>
              <a:t>Dataset: Titanic 🚢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891 penumpang  •  12 kolom  •  Target: Selamat atau tidak?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36576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5669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Kolom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Tipe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Keterangan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survived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Selamat? (0=Tidak, 1=Ya)  ← TARGET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Umur penumpang (banyak missing!)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sex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Jenis kelamin: male / female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pclass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Kelas tiket: 1 (premium) / 2 / 3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fare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Harga tiket (ada outlier besar)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embarked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Pelabuhan: C, Q, atau S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deck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Nomor dek kabin (77% missing!)</a:t>
                      </a:r>
                      <a:endParaRPr lang="en-US" sz="1200" dirty="0"/>
                    </a:p>
                  </a:txBody>
                  <a:tcPr marL="NaN" marR="NaN" marT="NaN" marB="NaN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5"/>
                </a:solidFill>
              </a:rPr>
              <a:t>4 Jenis Masalah Data yang Umum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1737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1005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5"/>
                </a:solidFill>
              </a:rPr>
              <a:t>Missing Values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Data kosong / tidak terisi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Contoh: kolom 'age' ada nilai NaN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73152" cy="1737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760720" y="1005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5"/>
                </a:solidFill>
              </a:rPr>
              <a:t>Duplikat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0" y="1417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Baris yang sama muncul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berkali-kali dalam dataset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73152" cy="1737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7160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5"/>
                </a:solidFill>
              </a:rPr>
              <a:t>Outlier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3375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Nilai ekstrem yang jauh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dari distribusi normal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34640"/>
            <a:ext cx="73152" cy="1737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🔤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76072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5"/>
                </a:solidFill>
              </a:rPr>
              <a:t>Inkonsistensi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60720" y="33375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'jakarta' vs 'Jakarta' vs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'JAKARTA' = masalah besar!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5"/>
                </a:solidFill>
              </a:rPr>
              <a:t>Tools Deteksi di Pandas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53035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7A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0" y="914400"/>
            <a:ext cx="4114800" cy="530352"/>
          </a:xfrm>
          <a:prstGeom prst="rect">
            <a:avLst/>
          </a:prstGeom>
          <a:solidFill>
            <a:srgbClr val="1A1F35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91440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06640" y="914400"/>
            <a:ext cx="1645920" cy="53035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9144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Hitung NaN per kolom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2560320" cy="53035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5819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7A"/>
                </a:solidFill>
              </a:rPr>
              <a:t>Persentase Missing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1581912"/>
            <a:ext cx="4114800" cy="530352"/>
          </a:xfrm>
          <a:prstGeom prst="rect">
            <a:avLst/>
          </a:prstGeom>
          <a:solidFill>
            <a:srgbClr val="1A1F35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5819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 / len(df) * 100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1581912"/>
            <a:ext cx="1645920" cy="53035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158191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Lebih informatif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49424"/>
            <a:ext cx="2560320" cy="53035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24942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7A"/>
                </a:solidFill>
              </a:rPr>
              <a:t>Duplikat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08960" y="2249424"/>
            <a:ext cx="4114800" cy="530352"/>
          </a:xfrm>
          <a:prstGeom prst="rect">
            <a:avLst/>
          </a:prstGeom>
          <a:solidFill>
            <a:srgbClr val="1A1F35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22494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df.duplicated().sum()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2249424"/>
            <a:ext cx="1645920" cy="53035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224942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Berapa baris duplikat?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916936"/>
            <a:ext cx="2560320" cy="53035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91693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7A"/>
                </a:solidFill>
              </a:rPr>
              <a:t>Tipe Data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8960" y="2916936"/>
            <a:ext cx="4114800" cy="530352"/>
          </a:xfrm>
          <a:prstGeom prst="rect">
            <a:avLst/>
          </a:prstGeom>
          <a:solidFill>
            <a:srgbClr val="1A1F35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0" y="291693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2916936"/>
            <a:ext cx="1645920" cy="53035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291693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Deteksi tipe salah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584448"/>
            <a:ext cx="2560320" cy="53035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5844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7A"/>
                </a:solidFill>
              </a:rPr>
              <a:t>Statistik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108960" y="3584448"/>
            <a:ext cx="4114800" cy="530352"/>
          </a:xfrm>
          <a:prstGeom prst="rect">
            <a:avLst/>
          </a:prstGeom>
          <a:solidFill>
            <a:srgbClr val="1A1F35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00400" y="35844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06640" y="3584448"/>
            <a:ext cx="1645920" cy="53035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358444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Outlier terlihat di max/min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251960"/>
            <a:ext cx="2560320" cy="53035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42519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7A"/>
                </a:solidFill>
              </a:rPr>
              <a:t>Kategori Unik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108960" y="4251960"/>
            <a:ext cx="4114800" cy="530352"/>
          </a:xfrm>
          <a:prstGeom prst="rect">
            <a:avLst/>
          </a:prstGeom>
          <a:solidFill>
            <a:srgbClr val="1A1F35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200400" y="42519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df['col'].value_counts()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06640" y="4251960"/>
            <a:ext cx="1645920" cy="53035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9" name="Text 37"/>
          <p:cNvSpPr/>
          <p:nvPr/>
        </p:nvSpPr>
        <p:spPr>
          <a:xfrm>
            <a:off x="7406640" y="425196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Deteksi inkonsistensi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Strategi Penanganan Missing Values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77724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41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Kondisi: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Missing &gt; 50%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1188720"/>
            <a:ext cx="4572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3566160" y="914400"/>
            <a:ext cx="2011680" cy="77724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914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DROP kolom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0" y="914400"/>
            <a:ext cx="3108960" cy="77724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914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Terlalu banyak data hilang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→ kolom tidak bisa diandalkan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2560320" cy="77724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947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Kondisi: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1762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Numerik, normal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17520" y="2194560"/>
            <a:ext cx="4572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3566160" y="1920240"/>
            <a:ext cx="2011680" cy="7772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66160" y="1920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Isi MEAN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0" y="1920240"/>
            <a:ext cx="3108960" cy="77724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0" y="1920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Tidak menggeser distribusi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→ aman untuk data simetris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2560320" cy="77724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953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Kondisi: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182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Numerik, ada outlier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017520" y="3200400"/>
            <a:ext cx="457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3566160" y="2926080"/>
            <a:ext cx="2011680" cy="7772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66160" y="29260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Isi MEDIAN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669280" y="2926080"/>
            <a:ext cx="3108960" cy="77724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6072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Lebih robust terhadap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nilai ekstrem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931920"/>
            <a:ext cx="2560320" cy="77724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959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Kondisi: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187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Kategorikal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017520" y="4206240"/>
            <a:ext cx="4572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3566160" y="3931920"/>
            <a:ext cx="2011680" cy="7772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566160" y="3931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Isi MODUS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669280" y="3931920"/>
            <a:ext cx="3108960" cy="77724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760720" y="3931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Pertahankan distribusi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kategori yang ada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5"/>
                </a:solidFill>
              </a:rPr>
              <a:t>Alur Praktik Hari Ini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94360" cy="6858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1097280" cy="6858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914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10 mnt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941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Load &amp; Inspect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685800"/>
          </a:xfrm>
          <a:prstGeom prst="rect">
            <a:avLst/>
          </a:prstGeom>
          <a:solidFill>
            <a:srgbClr val="1A1F35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9144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sns.load_dataset('titanic')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| df.describe()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594360" cy="6858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892808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097280" y="1892808"/>
            <a:ext cx="1097280" cy="6858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189280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15 mnt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Deteksi Masalah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892808"/>
            <a:ext cx="4114800" cy="685800"/>
          </a:xfrm>
          <a:prstGeom prst="rect">
            <a:avLst/>
          </a:prstGeom>
          <a:solidFill>
            <a:srgbClr val="1A1F35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8928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df.duplicated().sum()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boxplot visualisasi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71216"/>
            <a:ext cx="594360" cy="6858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871216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97280" y="2871216"/>
            <a:ext cx="1097280" cy="6858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287121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20 mnt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31720" y="28986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Cleaning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2871216"/>
            <a:ext cx="4114800" cy="685800"/>
          </a:xfrm>
          <a:prstGeom prst="rect">
            <a:avLst/>
          </a:prstGeom>
          <a:solidFill>
            <a:srgbClr val="1A1F35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287121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drop_duplicates()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fillna(median/modus)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kolom &gt;50% missing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49624"/>
            <a:ext cx="594360" cy="685800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849624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1097280" y="3849624"/>
            <a:ext cx="1097280" cy="6858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3849624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10 mnt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31720" y="38770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7A"/>
                </a:solidFill>
              </a:rPr>
              <a:t>Validasi &amp; Simpan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63440" y="3849624"/>
            <a:ext cx="4114800" cy="685800"/>
          </a:xfrm>
          <a:prstGeom prst="rect">
            <a:avLst/>
          </a:prstGeom>
          <a:solidFill>
            <a:srgbClr val="1A1F35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384962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Bandingkan sebelum vs sesudah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df_clean.to_csv('...')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📓 Buka: 03_data_quality_cleaning.ipynb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Hari Ini Kamu Sudah Bisa: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 Mendeteksi missing values dan melihat polanya secara visual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8229600" cy="566928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276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 Menangani missing values dengan strategi yang tepat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40864"/>
            <a:ext cx="8229600" cy="566928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34086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 Membersihkan duplikat dan outlier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54096"/>
            <a:ext cx="8229600" cy="566928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05409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 Menstandardisasi data kategorikal yang inkonsisten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67328"/>
            <a:ext cx="8229600" cy="566928"/>
          </a:xfrm>
          <a:prstGeom prst="rect">
            <a:avLst/>
          </a:prstGeom>
          <a:solidFill>
            <a:srgbClr val="2C3E7A"/>
          </a:solidFill>
          <a:ln/>
          <a:effectLst>
            <a:outerShdw sx="100000" sy="100000" kx="0" ky="0" algn="bl" rotWithShape="0" blurRad="101600" dist="38100" dir="8100000">
              <a:srgbClr val="1A1F35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767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 Memvalidasi hasil cleaning dengan perbandingan before/after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</a:rPr>
              <a:t>Selanjutnya → Pertemuan 4: Data Preparation for ML ⚙️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3 - Data Quality &amp; Cleaning</dc:title>
  <dc:subject>PptxGenJS Presentation</dc:subject>
  <dc:creator>Dosen ML</dc:creator>
  <cp:lastModifiedBy>Dosen ML</cp:lastModifiedBy>
  <cp:revision>1</cp:revision>
  <dcterms:created xsi:type="dcterms:W3CDTF">2026-04-10T14:58:04Z</dcterms:created>
  <dcterms:modified xsi:type="dcterms:W3CDTF">2026-04-10T14:58:04Z</dcterms:modified>
</cp:coreProperties>
</file>