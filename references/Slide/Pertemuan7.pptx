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0" y="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E3A5F"/>
                </a:solidFill>
              </a:rPr>
              <a:t>04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Preparation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for Machine Learning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Python Machine Learning — Pertemuan 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530352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840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</a:rPr>
              <a:t>"Data bersih belum cukup — data harus siap pakai model"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Dataset: Titanic (dari P3)  |  Tools: Pandas,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⚡ Quiz Kilat — 3 Menit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Jawab tanpa melihat catatan!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9436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Apa yang dilakukan df.isnull().sum()?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9436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774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Kapan kita gunakan MEDIAN, bukan MEAN untuk imputasi?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59436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747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Apa itu outlier? Sebutkan satu cara mendeteksinya!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Mengapa Model Tidak Bisa Langsung Pakai Data Kita?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Masalah 1: Teks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Model ML adalah fungsi matematika.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Fungsi matematika hanya mengerti ANGKA!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6576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sex: 'male', 'female'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Model tidak mengerti!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25.0 ✅ (angka = ok)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fare: 512.0 ✅ (angka = ok)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Solusi: Encoding — ubah teks jadi angka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Masalah 2: Skala Berbeda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Fitur dengan skala besar akan 'mendominasi' fitur skala kecil.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56616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40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 0 – 80     (kecil)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fare: 0 – 512   (besar!) ⚠️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terlalu fokus ke 'fare'!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Solusi: Scaling — samakan skala semua fitur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Encoding: Dari Teks ke Angka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</a:rPr>
              <a:t>Label Encoding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Untuk kategori BINARY atau ORDINAL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(ada urutan / hanya 2 nilai)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'female' →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'male'   →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df['sex_enc'] = le.fit_transform(df['sex'])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✅ Cocok untuk: sex, survived, adult_male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⚠️ Hindari untuk nominal &gt;2 nilai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   (model salah anggap ada urutan!)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One-Hot Encoding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Untuk kategori NOMINAL (3+ nilai,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tanpa urutan yang jelas)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36576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 → [1, 0, 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'Q' → [0, 1, 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'S' → [0, 0, 1]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pd.get_dummies(df['embarked'])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✅ Cocok untuk: embarked, nationality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⚠️ drop_first=True untuk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   hindari multicollinearity!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Feature Scaling: Samakan Skala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Min-Max Scaler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Hasil: 0 sampai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min) / (max - min)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Kapan digunakan: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Distribusi tidak 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Tidak ada outlier besar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Neural Networks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Algoritma berbasis jarak (KNN)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36576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MinMaxScaler().fit_transform(X)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73152" cy="402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Standard Scaler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Hasil: mean=0, std=1 (z-score)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828800"/>
            <a:ext cx="3657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mean) / std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Kapan digunakan: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Distribusi mendekati 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Ada outlier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Logistic/Linear 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SVM, PCA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4160520"/>
            <a:ext cx="36576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StandardScaler().fit_transform(X)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Train-Test Split: Aturan Emas 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📚  Analogi: Kalau kamu belajar pakai soal ujian yang sama persis, nilai kamu tidak bisa dipercaya.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841248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 Penuh: 891 baris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65176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017520"/>
            <a:ext cx="54864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5486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🎓 Training Set (80%)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712 baris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→ Model belajar dari data ini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274320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017520"/>
            <a:ext cx="2743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🧪 Test Set (20%)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179 baris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→ Evaluasi akhir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test_size=0.2, random_state=42, stratify=y)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⚠️  Hindari Data Leakage!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❌  Cara SALAH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Scaler fit pada SEMUA data!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scaler.fit(X)  #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X_all_scaled = scaler.transform(X)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Baru split → sudah terkontaminasi!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train_test_split(...)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</a:rPr>
              <a:t>Masalah: Scaler mengetahui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</a:rPr>
              <a:t>statistik dari test set!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</a:rPr>
              <a:t>→ Performa model terlihat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</a:rPr>
              <a:t>   bagus tapi palsu 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✅  Cara BENAR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002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dulu!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train_test_split(...)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HANYA pada train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scaler.fit(X_train)  # 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 keduanya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scaler.transform(X_train)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scaler.transform(X_test)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Benar karena: Scaler hanya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belajar dari training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Test set tetap 'asing'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seperti data dunia nyata 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Lengkap: Dari Data Kotor ke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943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868680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86868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868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1. DATA KOTOR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868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Missing, duplikat, outlier, inkonsistensi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5943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44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1444752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1444752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1444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2. DATA BERSIH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4447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Setelah cleaning — siap untuk diproses lebih lanjut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20824"/>
            <a:ext cx="594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0208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020824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2020824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020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3. SELEKSI FITUR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20208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Buang kolom tidak relevan atau redundan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96896"/>
            <a:ext cx="5943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5968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2596896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2596896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2596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4. ENCODING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25968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Kategori → Angka (Label / One-Hot)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72968"/>
            <a:ext cx="5943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1729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3172968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5840" y="317296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172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5. TRAIN-TEST SPLIT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3172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Pisahkan data sebelum scaling!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9436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749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3749040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5840" y="3749040"/>
            <a:ext cx="54864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6. SCALING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Fit hanya pada train → transform keduanya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325112"/>
            <a:ext cx="594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3251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P5+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5840" y="4325112"/>
            <a:ext cx="786384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5840" y="4325112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1188720" y="4325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7. DATA SIAP ML 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66160" y="4325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X_train, X_test, y_train, y_test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Alur Praktik Hari 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9436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1097280" cy="6858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 mnt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005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Load &amp; Seleksi Fitur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685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titanic_cleaned.csv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Buang kolom redundan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59436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92808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97280" y="1892808"/>
            <a:ext cx="1097280" cy="6858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89280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20 mnt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1984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Encoding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4114800" cy="685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892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 untuk binary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pd.get_dummies() untuk nominal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594360" cy="6858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871216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871216"/>
            <a:ext cx="1097280" cy="6858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8712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15 mnt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29626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Split &amp; Scaling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4114800" cy="685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8712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train_test_split() → StandardScaler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hanya pada X_train!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9624"/>
            <a:ext cx="594360" cy="6858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849624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97280" y="3849624"/>
            <a:ext cx="1097280" cy="6858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84962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15 mnt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3941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Teaser: Latih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9624"/>
            <a:ext cx="4114800" cy="685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8496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LogisticRegression().fit(X_train)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accuracy_score(y_test, y_pred)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📓 Buka: 04_data_preparation_ml.ipynb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Kalian Sekarang Siap untuk Model ML! 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Memahami mengapa data perlu di-encode sebelum masuk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Melakukan Label Encoding dan One-Hot Encoding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396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Memilih scaler yang tepat (MinMax vs Standard)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523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Melakukan train-test split dengan stratifikasi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3649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Menghindari data leakage saat scaling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9776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Melihat model ML pertama berjalan!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Pertemuan berikutnya: Memahami &amp; Melatih Algoritma ML 🤖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4 - Data Preparation for ML</dc:title>
  <dc:subject>PptxGenJS Presentation</dc:subject>
  <dc:creator>Dosen ML</dc:creator>
  <cp:lastModifiedBy>Dosen ML</cp:lastModifiedBy>
  <cp:revision>1</cp:revision>
  <dcterms:created xsi:type="dcterms:W3CDTF">2026-04-10T14:59:52Z</dcterms:created>
  <dcterms:modified xsi:type="dcterms:W3CDTF">2026-04-10T14:59:52Z</dcterms:modified>
</cp:coreProperties>
</file>